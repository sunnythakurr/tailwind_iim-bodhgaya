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jay Singh" userId="a79a4eae39d9c217" providerId="LiveId" clId="{445F1048-B399-4B12-9932-437A833932F8}"/>
    <pc:docChg chg="modSld">
      <pc:chgData name="Ajay Singh" userId="a79a4eae39d9c217" providerId="LiveId" clId="{445F1048-B399-4B12-9932-437A833932F8}" dt="2026-10-20T06:03:07.644" v="51" actId="20577"/>
      <pc:docMkLst>
        <pc:docMk/>
      </pc:docMkLst>
      <pc:sldChg chg="modSp mod">
        <pc:chgData name="Ajay Singh" userId="a79a4eae39d9c217" providerId="LiveId" clId="{445F1048-B399-4B12-9932-437A833932F8}" dt="2026-10-20T06:03:07.644" v="51" actId="20577"/>
        <pc:sldMkLst>
          <pc:docMk/>
          <pc:sldMk cId="0" sldId="256"/>
        </pc:sldMkLst>
        <pc:spChg chg="mod">
          <ac:chgData name="Ajay Singh" userId="a79a4eae39d9c217" providerId="LiveId" clId="{445F1048-B399-4B12-9932-437A833932F8}" dt="2026-10-20T06:03:07.644" v="51" actId="20577"/>
          <ac:spMkLst>
            <pc:docMk/>
            <pc:sldMk cId="0" sldId="256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08220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28016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 for Type 2 Diabetes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28600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high glucose two hours ahead by fusing health records with wearable data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0233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 |  IIM BODHGAYA  |  Happiest Health Digital Twin Challenge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and the use case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97280"/>
            <a:ext cx="82296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2 diabetes is a major chronic burden in India; care is reactive, with glucose spikes noticed after the fact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case: for a patient whose glucose is in range now, will it exceed 180 mg/dL within 2 hours?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digital twin combines two streams: the health record (static) and wearable data (live)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a working model that ingests both streams, warns early, and a doctor-facing dashboard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Privacy: no real patient data (DPDP Act, HIPAA); records from Synthea, wearables simulated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data was built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97280"/>
            <a:ext cx="82296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Synthea: 10,000 patients generated, 1,015 living type 2 diabetes patients kept (706 train, 155 validation, 150 test, split by patient)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record sets hidden physiology (insulin sensitivity, beta-cell function); the record explains only part of it, so sensors add information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meal profiles, steps, sleep and stress feed a glucose-insulin simulator, calibrated to each patient's HbA1c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Sensors: CGM with noise and dropouts, heart rate, HRV, steps, sleep stages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are read off the simulated glucose, never injected; 603,022 labelled moments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and results (150 unseen test patients)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5120640" cy="914400"/>
        </p:xfrm>
        <a:graphic>
          <a:graphicData uri="http://schemas.openxmlformats.org/drawingml/2006/table">
            <a:tbl>
              <a:tblPr/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AUROC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 rule: glucose now + trend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record only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Heart rate, HRV, steps, sleep only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CGM only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Fused: CGM + wearables + record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852160" y="1097280"/>
            <a:ext cx="2926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Fused model: gradient-boosted trees on sensor-history features plus the record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Probabilities are well calibrated (ECE under 0.01)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version was checked on validation data first; ablations tested by patient-level bootstrap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health record helps, and what an alert costs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515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 gain in AUROC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4023360" cy="153619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CGM history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about 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2 hours of CGM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CGM, cheap wearable only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+0.07 to +0.08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754880" y="10515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settings (continuous monitoring)</a:t>
            </a:r>
            <a:endParaRPr lang="en-US" sz="16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417320"/>
          <a:ext cx="4023360" cy="1536192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Alerts/day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Warned 30+ 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Sensitive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457200" y="320040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matters most when sensor data is limited, which fits India where CGM is not universal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warning lead time 70 minutes; 71% of episodes get some warning at the balanced setting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global threshold under-alerts insulin users; calibrating to each patient's first week restores their warnings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doctor dashboard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97280"/>
            <a:ext cx="82296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team view: all patients sorted by urgency with live status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monitor: glucose, 2-hour risk, heart rate, HRV, steps and sleep, with alerts marked and live replay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 panel: which signal groups push the forecast up or down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lab: add a meal, add a walk or skip a meal and compare the simulated glucose with the usual course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Adjustable alert sensitivity and threshold policy; weekly summary export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and next steps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97280"/>
            <a:ext cx="82296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is synthetic: results show how learnable the simulated dynamics are, not clinical validity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Synthea's diabetic patients are mostly well controlled, unlike many Indian cohorts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twin uses simulator parameters instead of fitting them from CGM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of day still matters: CGM-only AUROC 0.844 with the clock, 0.731 without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external check on real open CGM data, fit the twin per patient, optional meal logging, clinician testing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614</Words>
  <Application>Microsoft Office PowerPoint</Application>
  <PresentationFormat>On-screen Show (16:9)</PresentationFormat>
  <Paragraphs>82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Twin for Type 2 Diabetes</dc:title>
  <dc:subject>PptxGenJS Presentation</dc:subject>
  <dc:creator>PptxGenJS</dc:creator>
  <cp:lastModifiedBy>Ajay Singh</cp:lastModifiedBy>
  <cp:revision>1</cp:revision>
  <dcterms:created xsi:type="dcterms:W3CDTF">2026-10-15T08:27:39Z</dcterms:created>
  <dcterms:modified xsi:type="dcterms:W3CDTF">2026-10-20T06:03:17Z</dcterms:modified>
</cp:coreProperties>
</file>